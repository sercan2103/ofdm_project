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3CDB2-23C1-499F-A572-218BBE7A5589}" v="99" dt="2026-02-27T13:37:26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27.02.2026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96587"/>
          </a:xfrm>
        </p:spPr>
        <p:txBody>
          <a:bodyPr>
            <a:normAutofit fontScale="90000"/>
          </a:bodyPr>
          <a:lstStyle/>
          <a:p>
            <a:r>
              <a:rPr lang="tr-TR"/>
              <a:t>YAPTIKLARIM: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2286805"/>
            <a:ext cx="9144000" cy="3430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tr-TR" dirty="0">
                <a:ea typeface="+mn-lt"/>
                <a:cs typeface="+mn-lt"/>
              </a:rPr>
              <a:t>I </a:t>
            </a:r>
            <a:r>
              <a:rPr lang="tr-TR" dirty="0" err="1">
                <a:ea typeface="+mn-lt"/>
                <a:cs typeface="+mn-lt"/>
              </a:rPr>
              <a:t>converted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the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floating-point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modules</a:t>
            </a:r>
            <a:r>
              <a:rPr lang="tr-TR" dirty="0">
                <a:ea typeface="+mn-lt"/>
                <a:cs typeface="+mn-lt"/>
              </a:rPr>
              <a:t> of </a:t>
            </a:r>
            <a:r>
              <a:rPr lang="tr-TR" dirty="0" err="1">
                <a:ea typeface="+mn-lt"/>
                <a:cs typeface="+mn-lt"/>
              </a:rPr>
              <a:t>the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Packet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Detect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Coarse</a:t>
            </a:r>
            <a:r>
              <a:rPr lang="tr-TR" dirty="0">
                <a:ea typeface="+mn-lt"/>
                <a:cs typeface="+mn-lt"/>
              </a:rPr>
              <a:t> CFO </a:t>
            </a:r>
            <a:r>
              <a:rPr lang="tr-TR" dirty="0" err="1">
                <a:ea typeface="+mn-lt"/>
                <a:cs typeface="+mn-lt"/>
              </a:rPr>
              <a:t>Estimation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Coarse</a:t>
            </a:r>
            <a:r>
              <a:rPr lang="tr-TR" dirty="0">
                <a:ea typeface="+mn-lt"/>
                <a:cs typeface="+mn-lt"/>
              </a:rPr>
              <a:t> CFO </a:t>
            </a:r>
            <a:r>
              <a:rPr lang="tr-TR" dirty="0" err="1">
                <a:ea typeface="+mn-lt"/>
                <a:cs typeface="+mn-lt"/>
              </a:rPr>
              <a:t>Correction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blocks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fixed-point</a:t>
            </a:r>
            <a:r>
              <a:rPr lang="tr-TR" dirty="0">
                <a:ea typeface="+mn-lt"/>
                <a:cs typeface="+mn-lt"/>
              </a:rPr>
              <a:t>.</a:t>
            </a:r>
          </a:p>
          <a:p>
            <a:pPr marL="342900" indent="-342900">
              <a:buChar char="•"/>
            </a:pPr>
            <a:r>
              <a:rPr lang="tr-TR" dirty="0">
                <a:ea typeface="+mn-lt"/>
                <a:cs typeface="+mn-lt"/>
              </a:rPr>
              <a:t>I </a:t>
            </a:r>
            <a:r>
              <a:rPr lang="tr-TR" dirty="0" err="1">
                <a:ea typeface="+mn-lt"/>
                <a:cs typeface="+mn-lt"/>
              </a:rPr>
              <a:t>compared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tested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the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accuracy</a:t>
            </a:r>
            <a:r>
              <a:rPr lang="tr-TR" dirty="0">
                <a:ea typeface="+mn-lt"/>
                <a:cs typeface="+mn-lt"/>
              </a:rPr>
              <a:t> of </a:t>
            </a:r>
            <a:r>
              <a:rPr lang="tr-TR" dirty="0" err="1">
                <a:ea typeface="+mn-lt"/>
                <a:cs typeface="+mn-lt"/>
              </a:rPr>
              <a:t>fixed-point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floating-point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modules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using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these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modules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1B2010-66EE-D0D3-37A5-0B2952DF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PACKET DETECT </a:t>
            </a:r>
            <a:r>
              <a:rPr lang="tr-TR" dirty="0" err="1"/>
              <a:t>Fix</a:t>
            </a:r>
            <a:r>
              <a:rPr lang="tr-TR" dirty="0"/>
              <a:t> </a:t>
            </a:r>
            <a:r>
              <a:rPr lang="tr-TR" dirty="0" err="1"/>
              <a:t>vs</a:t>
            </a:r>
            <a:r>
              <a:rPr lang="tr-TR" dirty="0"/>
              <a:t> </a:t>
            </a:r>
            <a:r>
              <a:rPr lang="tr-TR" dirty="0" err="1"/>
              <a:t>Float</a:t>
            </a:r>
            <a:r>
              <a:rPr lang="tr-TR" dirty="0"/>
              <a:t> </a:t>
            </a:r>
            <a:r>
              <a:rPr lang="tr-TR" dirty="0" err="1"/>
              <a:t>Results</a:t>
            </a:r>
          </a:p>
        </p:txBody>
      </p:sp>
      <p:pic>
        <p:nvPicPr>
          <p:cNvPr id="4" name="İçerik Yer Tutucusu 3" descr="metin, çizgi, ekran görüntüsü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A658DFA-D8A7-FD57-D5A8-65B49AEEC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183" y="1689926"/>
            <a:ext cx="85290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7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6E3C27-889C-C126-3359-FA17E750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Coarse</a:t>
            </a:r>
            <a:r>
              <a:rPr lang="tr-TR" dirty="0"/>
              <a:t> CFO </a:t>
            </a:r>
            <a:r>
              <a:rPr lang="tr-TR" dirty="0" err="1"/>
              <a:t>Estimator</a:t>
            </a:r>
            <a:r>
              <a:rPr lang="tr-TR" dirty="0"/>
              <a:t> </a:t>
            </a:r>
            <a:r>
              <a:rPr lang="tr-TR" dirty="0" err="1"/>
              <a:t>Fix</a:t>
            </a:r>
            <a:r>
              <a:rPr lang="tr-TR" dirty="0"/>
              <a:t> </a:t>
            </a:r>
            <a:r>
              <a:rPr lang="tr-TR" dirty="0" err="1"/>
              <a:t>vs</a:t>
            </a:r>
            <a:r>
              <a:rPr lang="tr-TR" dirty="0"/>
              <a:t> </a:t>
            </a:r>
            <a:r>
              <a:rPr lang="tr-TR" dirty="0" err="1"/>
              <a:t>Float</a:t>
            </a:r>
            <a:r>
              <a:rPr lang="tr-TR" dirty="0"/>
              <a:t> </a:t>
            </a:r>
            <a:r>
              <a:rPr lang="tr-TR" dirty="0" err="1"/>
              <a:t>Results</a:t>
            </a:r>
            <a:endParaRPr lang="tr-TR" dirty="0"/>
          </a:p>
        </p:txBody>
      </p:sp>
      <p:pic>
        <p:nvPicPr>
          <p:cNvPr id="4" name="İçerik Yer Tutucusu 3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CE2C91A-ACA9-8F45-83E1-47B243FD7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381" y="1686980"/>
            <a:ext cx="8968635" cy="497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6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B5D927-7F21-8883-9A98-01229ECB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aseline="0" dirty="0" err="1">
                <a:latin typeface="Aptos Display"/>
              </a:rPr>
              <a:t>Coarse</a:t>
            </a:r>
            <a:r>
              <a:rPr lang="tr-TR" sz="4400" baseline="0" dirty="0">
                <a:latin typeface="Aptos Display"/>
              </a:rPr>
              <a:t> CFO </a:t>
            </a:r>
            <a:r>
              <a:rPr lang="tr-TR" dirty="0" err="1">
                <a:latin typeface="Aptos Display"/>
              </a:rPr>
              <a:t>Correction</a:t>
            </a:r>
            <a:r>
              <a:rPr lang="tr-TR" dirty="0">
                <a:latin typeface="Aptos Display"/>
              </a:rPr>
              <a:t> </a:t>
            </a:r>
            <a:r>
              <a:rPr lang="tr-TR" sz="4400" baseline="0" dirty="0" err="1">
                <a:latin typeface="Aptos Display"/>
              </a:rPr>
              <a:t>Fix</a:t>
            </a:r>
            <a:r>
              <a:rPr lang="tr-TR" sz="4400" baseline="0" dirty="0">
                <a:latin typeface="Aptos Display"/>
              </a:rPr>
              <a:t> </a:t>
            </a:r>
            <a:r>
              <a:rPr lang="tr-TR" sz="4400" baseline="0" dirty="0" err="1">
                <a:latin typeface="Aptos Display"/>
              </a:rPr>
              <a:t>vs</a:t>
            </a:r>
            <a:r>
              <a:rPr lang="tr-TR" sz="4400" baseline="0" dirty="0">
                <a:latin typeface="Aptos Display"/>
              </a:rPr>
              <a:t> </a:t>
            </a:r>
            <a:r>
              <a:rPr lang="tr-TR" sz="4400" baseline="0" dirty="0" err="1">
                <a:latin typeface="Aptos Display"/>
              </a:rPr>
              <a:t>Float</a:t>
            </a:r>
            <a:r>
              <a:rPr lang="tr-TR" sz="4400" baseline="0" dirty="0">
                <a:latin typeface="Aptos Display"/>
              </a:rPr>
              <a:t> </a:t>
            </a:r>
            <a:r>
              <a:rPr lang="tr-TR" sz="4400" baseline="0" dirty="0" err="1">
                <a:latin typeface="Aptos Display"/>
              </a:rPr>
              <a:t>Results</a:t>
            </a:r>
            <a:r>
              <a:rPr lang="tr-TR" sz="4400" dirty="0">
                <a:latin typeface="Aptos Display"/>
                <a:ea typeface="Aptos Display"/>
                <a:cs typeface="Aptos Display"/>
              </a:rPr>
              <a:t>​</a:t>
            </a:r>
            <a:endParaRPr lang="tr-TR" dirty="0"/>
          </a:p>
        </p:txBody>
      </p:sp>
      <p:pic>
        <p:nvPicPr>
          <p:cNvPr id="4" name="İçerik Yer Tutucusu 3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C6F1DA0-FA55-E34C-C779-1478A3652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068" y="1971949"/>
            <a:ext cx="10410302" cy="436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74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00D881-D009-0CC7-A5C0-9D2EB6BC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 descr="metin, yazı tipi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D341790-2275-030F-B0D5-7FAEC1939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987" y="520831"/>
            <a:ext cx="10806026" cy="581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1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Ofis Teması</vt:lpstr>
      <vt:lpstr>YAPTIKLARIM:</vt:lpstr>
      <vt:lpstr>PACKET DETECT Fix vs Float Results</vt:lpstr>
      <vt:lpstr>Coarse CFO Estimator Fix vs Float Results</vt:lpstr>
      <vt:lpstr>Coarse CFO Correction Fix vs Float Results​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</cp:revision>
  <dcterms:created xsi:type="dcterms:W3CDTF">2026-02-27T13:27:52Z</dcterms:created>
  <dcterms:modified xsi:type="dcterms:W3CDTF">2026-02-27T13:37:42Z</dcterms:modified>
</cp:coreProperties>
</file>